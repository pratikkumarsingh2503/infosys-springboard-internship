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0" autoAdjust="0"/>
  </p:normalViewPr>
  <p:slideViewPr>
    <p:cSldViewPr snapToGrid="0" showGuides="1">
      <p:cViewPr varScale="1">
        <p:scale>
          <a:sx n="89" d="100"/>
          <a:sy n="89" d="100"/>
        </p:scale>
        <p:origin x="926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4DDEC5-D546-0A5D-D2AE-498ADFC4F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354DD0A-7313-E3C2-EE9D-DC32166CB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F28E6BB-B63E-5C67-8D42-1B4764C4A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BF1D-D0EB-4751-B8B6-3BF9A9433ADD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FBD9C9A-5394-2892-1FDB-9ABF259C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35200C-5555-8619-F10A-F72FB774A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FBD6D-D9D9-45CF-ADA6-080D67A6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66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AE04E8-0089-04E3-876A-37C913DB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D0A439-E846-9D92-F179-44FAE55C3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4B9FBAE-08DC-94A0-E1DC-655CEBD4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BF1D-D0EB-4751-B8B6-3BF9A9433ADD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A0B17F7-E7C5-5538-A506-E519D56D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5DC9E69-261E-1D37-25B4-9D1179167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FBD6D-D9D9-45CF-ADA6-080D67A6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73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3BD40A-5415-B788-FF85-43D432146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D8AC150-A49C-62A4-F6FD-49B5B295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2E7A440-B61F-E1A6-D924-FFF4931C1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BF1D-D0EB-4751-B8B6-3BF9A9433ADD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B907736-3B7E-1B78-868E-8147A24A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BA919D-CD19-98C8-C819-112E3FAFA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FBD6D-D9D9-45CF-ADA6-080D67A6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8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47B752-B084-CD2F-71BF-7C9032332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087B68-712C-B190-DBEA-F7A2B4561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F726DE9-7A53-3A6A-ED58-16F18EDF9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9B6B388-CAE7-0DC6-1319-C5CBFE52D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BF1D-D0EB-4751-B8B6-3BF9A9433ADD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9560640-0794-6D40-1224-509AC7B88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7AE6EED-83FF-04E8-F4C1-AFBFD5D38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FBD6D-D9D9-45CF-ADA6-080D67A6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84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8BAF06-4A12-E484-462D-D2235EF07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2B30249-3F3A-8471-DA27-7EDB65071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F5D7C6C-94E8-169D-A4F5-84B16ED82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82F916E-AD94-85FE-0045-693073EF3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6F95165-C2B0-9144-70E8-989AEF5127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E12FA95-7219-D1B0-96D7-B74D7949E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BF1D-D0EB-4751-B8B6-3BF9A9433ADD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E1313A8-EF1D-E413-E1F9-B5F772D8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2706486-DA24-7CDB-3B8B-4BE01B5C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FBD6D-D9D9-45CF-ADA6-080D67A6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5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643EC3-1F02-2888-7E6E-4F0150589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D164353-6E90-F27D-7751-8037092BF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BF1D-D0EB-4751-B8B6-3BF9A9433ADD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FC5434E-A08F-B18A-7CD1-70C0EEFFD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66601AC-CBC8-4F56-20C2-86A04168B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FBD6D-D9D9-45CF-ADA6-080D67A6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5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372B81E-3024-4B21-5613-827D45B4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BF1D-D0EB-4751-B8B6-3BF9A9433ADD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D6CB725-FF7C-4633-57D6-74FCE909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14F6BF9-B9F8-E51A-1189-98DF76341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FBD6D-D9D9-45CF-ADA6-080D67A6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70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15E7D4-C2BE-3B88-E6A3-0589245EE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946C21-ADE8-DC4E-4042-8472F4196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42FEF99-1A48-A6D7-989E-D48455775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A5AFBC6-C3B6-80BE-762D-373041F0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BF1D-D0EB-4751-B8B6-3BF9A9433ADD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005D7FE-4123-2CBC-797D-418C5CE4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72F8EE9-1949-1E24-D171-EA7682283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FBD6D-D9D9-45CF-ADA6-080D67A6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0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B89E22-126C-2543-71B0-ECDBAE405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56C5AA6-A0F7-3A58-F816-C4D1113E8A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53F9F4C-A264-6C77-6BDB-43A0FA500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BB627B5-263C-323F-F1D2-A0DCA6BF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BF1D-D0EB-4751-B8B6-3BF9A9433ADD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9553C72-94CA-3A08-DA75-E598DA728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45D9C8F-DA85-D40C-AB8B-5D316CA53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FBD6D-D9D9-45CF-ADA6-080D67A6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64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6F630B-24F8-8B75-9811-89CBF1C56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8D4F886-08D2-C9BE-8CCD-40E6771A9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7B1FD1A-2884-A98E-1698-3700610EB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BF1D-D0EB-4751-B8B6-3BF9A9433ADD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CB6D324-0878-2B2E-46AF-8007413D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3B5BF6F-47E8-D364-1BF3-EF2840FC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FBD6D-D9D9-45CF-ADA6-080D67A6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2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DC5CBBF-B36B-9AA6-61BA-5FA97ACB1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63996D2-0CBE-6A1C-BC90-983C3AF54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D91ED7F-B8BF-404F-FB85-F48293EF2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BF1D-D0EB-4751-B8B6-3BF9A9433ADD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C2063FA-FF18-F288-4B63-3F7A5D280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FA040D1-BB21-C423-D0B3-F47760C7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FBD6D-D9D9-45CF-ADA6-080D67A6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61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C70EA03-BFB0-617B-30B0-313CBD1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273238E-6CE7-E268-679C-443C1CC41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A011332-5903-4A9D-620C-230FAAE42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4BF1D-D0EB-4751-B8B6-3BF9A9433ADD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C37E6CE-1A59-2C3B-8F1E-18989A6A09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496AD36-D968-CD71-D048-0DAE96988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FBD6D-D9D9-45CF-ADA6-080D67A6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01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A5A10E88-3BAE-F393-36EA-3B61AB8D4F39}"/>
              </a:ext>
            </a:extLst>
          </p:cNvPr>
          <p:cNvGrpSpPr/>
          <p:nvPr/>
        </p:nvGrpSpPr>
        <p:grpSpPr>
          <a:xfrm>
            <a:off x="2429289" y="220024"/>
            <a:ext cx="6800170" cy="6400862"/>
            <a:chOff x="2895569" y="237115"/>
            <a:chExt cx="6400862" cy="640086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D8FE05C0-576F-16D0-4F64-8F9DCA3CF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895569" y="237115"/>
              <a:ext cx="6400862" cy="640086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B79AE026-9E87-9C55-ED92-685D19C52917}"/>
                </a:ext>
              </a:extLst>
            </p:cNvPr>
            <p:cNvSpPr txBox="1"/>
            <p:nvPr/>
          </p:nvSpPr>
          <p:spPr>
            <a:xfrm>
              <a:off x="6537344" y="2861904"/>
              <a:ext cx="22449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Pratik Kumar Singh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84E9C40D-7E2C-805A-4B1E-99069CC5F1C1}"/>
                </a:ext>
              </a:extLst>
            </p:cNvPr>
            <p:cNvSpPr txBox="1"/>
            <p:nvPr/>
          </p:nvSpPr>
          <p:spPr>
            <a:xfrm>
              <a:off x="2895569" y="4298082"/>
              <a:ext cx="6400862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 am an</a:t>
              </a:r>
            </a:p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Infosys </a:t>
              </a:r>
              <a:r>
                <a:rPr lang="en-US" sz="28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Springboard</a:t>
              </a:r>
            </a:p>
            <a:p>
              <a:pPr algn="ctr"/>
              <a:r>
                <a:rPr lang="en-US" sz="28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‘InventoryManagement </a:t>
              </a:r>
              <a:r>
                <a:rPr lang="en-US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 a </a:t>
              </a:r>
              <a:r>
                <a:rPr lang="en-US" sz="28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Business’ Project Intern</a:t>
              </a:r>
              <a:endPara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290" y="220024"/>
            <a:ext cx="3407488" cy="328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12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Infosys Limited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Veena Amrith</dc:creator>
  <cp:lastModifiedBy>Microsoft account</cp:lastModifiedBy>
  <cp:revision>11</cp:revision>
  <dcterms:created xsi:type="dcterms:W3CDTF">2024-03-22T11:10:39Z</dcterms:created>
  <dcterms:modified xsi:type="dcterms:W3CDTF">2025-03-10T08:39:53Z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0819fa7-4367-4500-ba88-dd630d977609_Enabled">
    <vt:lpwstr>true</vt:lpwstr>
  </property>
  <property fmtid="{D5CDD505-2E9C-101B-9397-08002B2CF9AE}" pid="3" name="MSIP_Label_a0819fa7-4367-4500-ba88-dd630d977609_SetDate">
    <vt:lpwstr>2024-03-22T11:10:39Z</vt:lpwstr>
  </property>
  <property fmtid="{D5CDD505-2E9C-101B-9397-08002B2CF9AE}" pid="4" name="MSIP_Label_a0819fa7-4367-4500-ba88-dd630d977609_Method">
    <vt:lpwstr>Standard</vt:lpwstr>
  </property>
  <property fmtid="{D5CDD505-2E9C-101B-9397-08002B2CF9AE}" pid="5" name="MSIP_Label_a0819fa7-4367-4500-ba88-dd630d977609_Name">
    <vt:lpwstr>a0819fa7-4367-4500-ba88-dd630d977609</vt:lpwstr>
  </property>
  <property fmtid="{D5CDD505-2E9C-101B-9397-08002B2CF9AE}" pid="6" name="MSIP_Label_a0819fa7-4367-4500-ba88-dd630d977609_SiteId">
    <vt:lpwstr>63ce7d59-2f3e-42cd-a8cc-be764cff5eb6</vt:lpwstr>
  </property>
  <property fmtid="{D5CDD505-2E9C-101B-9397-08002B2CF9AE}" pid="7" name="MSIP_Label_a0819fa7-4367-4500-ba88-dd630d977609_ActionId">
    <vt:lpwstr>a39dc6d7-cf2f-4bbd-9c4d-91f77d2e6651</vt:lpwstr>
  </property>
  <property fmtid="{D5CDD505-2E9C-101B-9397-08002B2CF9AE}" pid="8" name="MSIP_Label_a0819fa7-4367-4500-ba88-dd630d977609_ContentBits">
    <vt:lpwstr>0</vt:lpwstr>
  </property>
</Properties>
</file>